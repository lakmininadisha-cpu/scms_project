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40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15 Tests – Results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380-4673-996D-3D6538892856}"/>
              </c:ext>
            </c:extLst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380-4673-996D-3D6538892856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380-4673-996D-3D6538892856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380-4673-996D-3D6538892856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Passed (14)</c:v>
                </c:pt>
                <c:pt idx="1">
                  <c:v>Intentional Fail (1)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</c:v>
                </c:pt>
                <c:pt idx="1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380-4673-996D-3D65388928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Arial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Arial"/>
              </a:rPr>
              <a:t>Tests by Scope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 Scope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761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Booking</c:v>
                </c:pt>
                <c:pt idx="1">
                  <c:v>Exception</c:v>
                </c:pt>
                <c:pt idx="2">
                  <c:v>Notification</c:v>
                </c:pt>
                <c:pt idx="3">
                  <c:v>Maintenance</c:v>
                </c:pt>
                <c:pt idx="4">
                  <c:v>Factory</c:v>
                </c:pt>
                <c:pt idx="5">
                  <c:v>Auth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2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71F-4E3D-8B2B-664E45666E0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4F6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457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4472C4">
              <a:alpha val="30000"/>
            </a:srgbClr>
          </a:solidFill>
          <a:ln w="12700">
            <a:solidFill>
              <a:srgbClr val="4472C4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-457200"/>
            <a:ext cx="2286000" cy="2286000"/>
          </a:xfrm>
          <a:prstGeom prst="ellipse">
            <a:avLst/>
          </a:prstGeom>
          <a:solidFill>
            <a:srgbClr val="CADCFC">
              <a:alpha val="20000"/>
            </a:srgbClr>
          </a:solidFill>
          <a:ln w="12700">
            <a:solidFill>
              <a:srgbClr val="CADCFC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457200" cy="4480560"/>
          </a:xfrm>
          <a:prstGeom prst="rect">
            <a:avLst/>
          </a:prstGeom>
          <a:solidFill>
            <a:srgbClr val="F5C842"/>
          </a:solidFill>
          <a:ln w="12700">
            <a:solidFill>
              <a:srgbClr val="F5C8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5029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Cardiff Metropolitan University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9601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System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731520" y="2578608"/>
            <a:ext cx="6858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SCMS – A Java-Based Software Prototype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0632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Module: 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520440"/>
            <a:ext cx="2011680" cy="566928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80360" y="3520440"/>
            <a:ext cx="2011680" cy="566928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26080" y="354787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160520"/>
            <a:ext cx="4754880" cy="50292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39" y="4178808"/>
            <a:ext cx="62988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Video Link: [https://drive.google.com/drive/u/1/folders/1wSv0TPZgTMRe_c3nLs5cSfhLfat-qD_R]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Agenda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2860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2860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2860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2860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860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2860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2296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09160" y="100584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09160" y="100584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303520" y="100584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709160" y="187452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09160" y="187452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03520" y="187452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709160" y="274320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709160" y="274320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303520" y="274320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&amp; Analysis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709160" y="3611880"/>
            <a:ext cx="42519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709160" y="3611880"/>
            <a:ext cx="502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5303520" y="3611880"/>
            <a:ext cx="3566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Lessons Learned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Project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100584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SCMS?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28600" y="13716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Java-based software prototype for Cardiff Metropolitan University. The system unifies room booking, maintenance request tracking, and campus-wide notifications into a single modular platform — demonstrating OOP, design patterns, and robust exception handling.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2971800"/>
            <a:ext cx="2743200" cy="15087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Administrator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0040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rooms, users, maintenance &amp; analytics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72968" y="2971800"/>
            <a:ext cx="2743200" cy="150876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64408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🏫  Staff Member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64408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rooms, report maintenance, notifications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17336" y="2971800"/>
            <a:ext cx="2743200" cy="15087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08776" y="301752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Student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08776" y="3401568"/>
            <a:ext cx="2560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rooms, request bookings, announcements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8640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548640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Classes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78040" y="100584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178040" y="104241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7178040" y="1517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48640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548640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8040" y="2057400"/>
            <a:ext cx="155448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78040" y="2093976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7178040" y="25694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Roles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Environment – VS Code + JDK 21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A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06240" cy="411480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Visual Studio Code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040" y="1444752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Pack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VS Code marketplace — provides: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Language Support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Debugger for Java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Java Test Runner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Maven for Java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main()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shortcut: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Click ▶ Run above TestRunner.main()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062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8B0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06240" cy="411480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78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 (Adoptium Temurin)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1389888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Eclipse </a:t>
            </a:r>
            <a:r>
              <a:rPr lang="en-US" sz="1150" b="1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Temurin</a:t>
            </a: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JDK 21 LTS</a:t>
            </a:r>
            <a:endParaRPr lang="en-US" sz="1150" dirty="0"/>
          </a:p>
          <a:p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Downloaded from adoptium.net 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JDK 21?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LTS (Long Term Support) release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Switch expressions (used in RoomFactory)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Text blocks (used in ConsoleUI menus)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Record types for test fixtures
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installation:
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-version  →  </a:t>
            </a:r>
            <a:r>
              <a:rPr lang="en-US" sz="1150" dirty="0" err="1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openjdk</a:t>
            </a: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82880" y="4617720"/>
            <a:ext cx="8686800" cy="2011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4320" y="4626864"/>
            <a:ext cx="8503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Install JDK 21 → Install VS Code → Install Extension Pack for Java → Open SCMS_Project folder → Click ▶ Run on Main.java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Diagram Overview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4592" y="10058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Layer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627632" y="100584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737360" y="1005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64592" y="157276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Layer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627632" y="1572768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737360" y="1572768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 ←  Facade Pattern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64592" y="21396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Layer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27632" y="2139696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737360" y="2139696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UserService  |  RoomService  |  BookingService  |  MaintenanceService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64592" y="27066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Layer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627632" y="2706624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737360" y="2706624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(Singleton+Observer)  |  RoomFactory (Factory)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64592" y="32735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Layer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27632" y="3273552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737360" y="3273552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 |  Admin  |  Staff  |  Student  |  Room  |  Booking  |  MaintenanceRequest  |  Notification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6459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Layer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627632" y="3840480"/>
            <a:ext cx="7269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737360" y="384048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RoomAlreadyBookedException  |  UnauthorizedActionException  |  DuplicateEntityException  |  EntityNotFoundException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64592" y="4407408"/>
            <a:ext cx="8732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 User △── Admin/Staff/Student (Inheritance)  |  CampusFacade──&gt;Services (Composition)  |  ConsoleUI implements NotificationObserver (Interface)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 in SCMS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forms of polymorphism applied throughout the system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28600" y="1353312"/>
            <a:ext cx="4160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28600" y="1353312"/>
            <a:ext cx="416052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353312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Inheritance Polymorphism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1737360"/>
            <a:ext cx="397764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 User  declares: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getPermissionSummary()  [abstract]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 →  "Manage rooms, users..."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 →  "Book rooms, report issues..."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 →  "View rooms, request bookings..."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 accepts a User reference at runtime — correct subtype resolved automatically. Implemented in VS Code, compiled with JDK 21 switch expressions.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1353312"/>
            <a:ext cx="429768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17720" y="1353312"/>
            <a:ext cx="42976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709160" y="13533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Interface Polymorphism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1737360"/>
            <a:ext cx="4114800" cy="2871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 NotificationObserver: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onNotification(Notification n)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  implements this interface.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  holds: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List&lt;NotificationObserver&gt;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call  notify()  — ConsoleUI.onNotification() dispatched at runtime. Neither service knows about ConsoleUI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Implemented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pattern from each GoF category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4251960" cy="34747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Singleton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NotificationService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Guarantees one shared notification hub. Multiple instances would break the observer registry and split the inbox.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6366F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63440" y="1371600"/>
            <a:ext cx="4251960" cy="34747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754880" y="137160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CREATIONAL  ›  Factory Method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175564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RoomFactory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0299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Rooms pre-configured with the correct equipment per type (LECTURE_HALL, COMPUTER_LAB, etc.).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82880" y="3063240"/>
            <a:ext cx="425196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 ›  Facade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7432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CampusFacade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7432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API to 4 subsystems. The UI only calls CampusFacade. Role-based access enforced in requireAdmin().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63440" y="3063240"/>
            <a:ext cx="4251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3440" y="306324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754880" y="3063240"/>
            <a:ext cx="4069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 ›  Observer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447288"/>
            <a:ext cx="4069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NotificationObserver + NotificationService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54880" y="372160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Decouples notification producers (services) from consumers (ConsoleUI). Services call notify() blindly.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 – Code Walk-Through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– NotificationService.getInstance()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252728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289304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NotificationService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NotificationService getInstance()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(instance == null)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instance = new NotificationService();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instance;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" y="25786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– notify() dispatches to registered observers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" y="2871216"/>
            <a:ext cx="502920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907792"/>
            <a:ext cx="48463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Notification notify(String userId, String msg)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Notification n = new Notification(userId, msg);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inbox.get(userId).add(n);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observers.get(userId).forEach(o -&gt; o.onNotification(n));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n;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40680" y="960120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Facade – requireAdmin() guard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40680" y="1252728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532120" y="1289304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requireAdmin(User caller)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throws UnauthorizedActionException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(caller.getRole() != UserRole.ADMIN)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 new UnauthorizedActionException(...);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40680" y="25786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– JDK 21 switch expression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40680" y="2871216"/>
            <a:ext cx="3474720" cy="1115568"/>
          </a:xfrm>
          <a:prstGeom prst="rect">
            <a:avLst/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532120" y="2907792"/>
            <a:ext cx="329184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Room create(RoomType type,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id, String name, int cap)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switch(type) {  // JDK 21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case LECTURE_HALL -&gt; new Room(id, name,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cap, List.of("Projector",...));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6E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8600" y="4279392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VS Code: open each class → the ▶ Run button appears above main(). Use Explorer panel to navigate packages.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Strategy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Custom Checked Exception Classes — targeted, meaningful error handling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371600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365760" cy="71323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" y="1417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F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RoomAlreadyBookedException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58368" y="17099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New booking overlaps existing CONFIRMED booking for same room/time   |   Example: Book R101 09:00-11:00 when 10:00-12:00 already exists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" y="2176272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82880" y="2176272"/>
            <a:ext cx="365760" cy="71323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22219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UnauthorizedActionException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8368" y="2514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Non-admin user attempts admin-only operation   |   Example: Student calls facade.addRoom() — fixed in ConsoleUI.java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2880" y="2980944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AB30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82880" y="2980944"/>
            <a:ext cx="365760" cy="713232"/>
          </a:xfrm>
          <a:prstGeom prst="rect">
            <a:avLst/>
          </a:prstGeom>
          <a:solidFill>
            <a:srgbClr val="EAB308"/>
          </a:solidFill>
          <a:ln w="12700">
            <a:solidFill>
              <a:srgbClr val="EAB30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58368" y="302666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AB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DuplicateEntityException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31927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Room ID or user email already registered in the system   |   Example: Admin adds Room 'R101' when R101 already exists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82880" y="3785616"/>
            <a:ext cx="8778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82880" y="3785616"/>
            <a:ext cx="365760" cy="713232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58368" y="383133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EntityNotFoundException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412394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Referenced entity (room/booking/user/request) does not exist   |   Example: Booking with unknown Room ID 'R999'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28600" y="4645152"/>
            <a:ext cx="8686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Bug fixed: ConsoleUI adminAddRoom() signature corrected — DuplicateEntityException now handled internally  ✔  IllegalArgumentException for invalid time windows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Results Overview – 15 Test Cases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358864"/>
              </p:ext>
            </p:extLst>
          </p:nvPr>
        </p:nvGraphicFramePr>
        <p:xfrm>
          <a:off x="109728" y="656844"/>
          <a:ext cx="9034271" cy="3901440"/>
        </p:xfrm>
        <a:graphic>
          <a:graphicData uri="http://schemas.openxmlformats.org/drawingml/2006/table">
            <a:tbl>
              <a:tblPr/>
              <a:tblGrid>
                <a:gridCol w="7563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415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7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55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Successful room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Double-booking prevention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Non-overlapping bookings succeed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cancels own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deactivated room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lifecycle PENDING→DONE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confirmation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assignment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TC09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adds room (intentional fail)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Room ID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login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Non-owner cancel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cancels any 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RoomFactory equipment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86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TC15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time window rejected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09728" y="4622292"/>
            <a:ext cx="8778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TC09 intentionally fails — proves UnauthorizedActionException guard works. Run: java -cp out scms.test.TestRunner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Analysis &amp; Error Discussion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182880" y="914400"/>
          <a:ext cx="36576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1"/>
          <p:cNvGraphicFramePr/>
          <p:nvPr/>
        </p:nvGraphicFramePr>
        <p:xfrm>
          <a:off x="4023360" y="914400"/>
          <a:ext cx="4892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182880" y="4251960"/>
            <a:ext cx="8778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TC09 analysis: assertDoesNotThrow() was intentionally called on facade.addRoom(student,...). The Facade's requireAdmin() always throws UnauthorizedActionException for non-admin users — so the test fails, proving the security guard works. This technique tests negative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Fix, Limitations &amp; Future Improvements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283464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 Bug Fixed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F44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608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ConsoleUI.adminAddRoom() declared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'throws DuplicateEntityException'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caller catch block didn't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it → compile error in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Removed from method signature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it was already caught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internally with try/catch.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Java forces all checked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 to be handled — VS Code</a:t>
            </a:r>
            <a:endParaRPr lang="en-US" sz="1100" dirty="0"/>
          </a:p>
          <a:p>
            <a:pPr>
              <a:buSzPct val="100000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and JDK 21 surface these clearly.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72968" y="960120"/>
            <a:ext cx="2834640" cy="3840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4612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Known Limitations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172968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97316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82696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in-memory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persistence between runs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UI only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no graphical interface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recurring booking support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feature not built)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not thread-safe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(single-threaded application)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input validation middleware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exception throwing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63056" y="960120"/>
            <a:ext cx="2834640" cy="384048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36208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Future Improvements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63056" y="137160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72784" y="1444752"/>
            <a:ext cx="2651760" cy="3337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CSV/database persistence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GUI using VS Code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JavaFX extension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Strategy pattern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pattern for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undo/redo of bookings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Singleton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enum pattern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– VS Code Walk-Through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28600" y="96012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in this order — switch between VS Code Explorer, Terminal, and the running console: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2880" y="1408176"/>
            <a:ext cx="347472" cy="347472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2880" y="1408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1353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Structure: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06040" y="13533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VS Code → Explorer panel → show 25 .java files across 7 packages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82880" y="1865376"/>
            <a:ext cx="347472" cy="34747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82880" y="1865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1810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App: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606040" y="18105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▶ Run on Main.java → login: alice@cardiffmet.ac.uk / admin123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82880" y="2322576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828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22677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Room: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606040" y="22677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as bob@cardiffmet.ac.uk → Option 2 → R101 → 2025-09-01 09:00 → 11:00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82880" y="2779776"/>
            <a:ext cx="347472" cy="347472"/>
          </a:xfrm>
          <a:prstGeom prst="ellipse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8288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27249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D8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Double-Booking Error: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606040" y="27249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R101 same time again → show RoomAlreadyBookedException error message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82880" y="3236976"/>
            <a:ext cx="347472" cy="347472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82880" y="32369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31821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Flow: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606040" y="31821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 → login as Admin → assign it → complete it → show notifications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82880" y="3694176"/>
            <a:ext cx="347472" cy="3474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828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" y="36393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Runner: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606040" y="36393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Terminal → java -cp out scms.test.TestRunner → 14 PASS 1 FAIL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82880" y="4151376"/>
            <a:ext cx="347472" cy="3474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82880" y="4151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40965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Bug Fix: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606040" y="4096512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ConsoleUI.java → line 122 → explain the DuplicateEntityException fix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10972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– OOP Techniques &amp; Lessons Learned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046720" y="10972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" y="4864608"/>
            <a:ext cx="8778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8288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82880" y="960120"/>
            <a:ext cx="4251960" cy="347472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7432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Patterns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GoF patterns in a real system made their value clear — the Facade dramatically simplified the UI layer and centralised access control.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 Pattern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notifications fire automatically when a booking was confirmed — without the booking code knowing about the UI — made the concept click.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21 Features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switch expressions in RoomFactory and text blocks in ConsoleUI showed how modern Java features improve readability and reduce boilerplate.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Hierarchy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custom exceptions taught how meaningful error messages improve debugging and user experience — and VS Code's compiler surfaced the missing handler immediately.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42519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25196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0" y="9601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Found Challenging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1344168"/>
            <a:ext cx="4069080" cy="3218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 Thread Safety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why a null-check Singleton is not thread-safe was challenging. Enum-based or double-checked locking patterns would be needed in production.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Design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TC09 as an intentional failure required thinking in reverse — proving a negative. Designing tests that validate what the system rejects was a new concept.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of Concerns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business logic out of ConsoleUI required constant discipline. The bug fix — where DuplicateEntityException leaked into the UI layer — was a real-world example of this challenge.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Setup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the Extension Pack for Java and ensuring JDK 21 was on PATH required careful setup but VS Code detected the JDK automatically after installation.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286000"/>
            <a:ext cx="4572000" cy="4572000"/>
          </a:xfrm>
          <a:prstGeom prst="ellipse">
            <a:avLst/>
          </a:prstGeom>
          <a:solidFill>
            <a:srgbClr val="4472C4">
              <a:alpha val="25000"/>
            </a:srgbClr>
          </a:solidFill>
          <a:ln w="12700">
            <a:solidFill>
              <a:srgbClr val="4472C4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59436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C8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Campus Management System – SCMS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828800" cy="438912"/>
          </a:xfrm>
          <a:prstGeom prst="rect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⬛  VS 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14600" y="2103120"/>
            <a:ext cx="1828800" cy="438912"/>
          </a:xfrm>
          <a:prstGeom prst="rect">
            <a:avLst/>
          </a:prstGeom>
          <a:solidFill>
            <a:srgbClr val="ED8B00"/>
          </a:solidFill>
          <a:ln w="12700">
            <a:solidFill>
              <a:srgbClr val="ED8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60320" y="212140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JDK 21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7772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Java classes  |  4 Design Patterns  |  15 Unit Tests  |  14 Passing
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 Principles: Abstraction · Encapsulation · Inheritance · Polymorphism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29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74320" y="4498848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CMP7001 Advanced Programming  |  Cardiff Metropolitan University  |  PRES1  |  April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10577</TotalTime>
  <Words>1961</Words>
  <Application>Microsoft Office PowerPoint</Application>
  <PresentationFormat>On-screen Show (16:9)</PresentationFormat>
  <Paragraphs>352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Campus Management System – CMP7001 PRES1</dc:title>
  <dc:subject>PptxGenJS Presentation</dc:subject>
  <dc:creator>PptxGenJS</dc:creator>
  <cp:lastModifiedBy>Nadishika Lakmini</cp:lastModifiedBy>
  <cp:revision>8</cp:revision>
  <dcterms:created xsi:type="dcterms:W3CDTF">2026-04-06T03:19:26Z</dcterms:created>
  <dcterms:modified xsi:type="dcterms:W3CDTF">2026-04-18T04:50:26Z</dcterms:modified>
</cp:coreProperties>
</file>